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HR Metrics Automation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alibri"/>
              </a:defRPr>
            </a:pPr>
            <a:r>
              <a:t>Generated Feb 15,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Executive Summary</a:t>
            </a:r>
          </a:p>
          <a:p>
            <a:pPr>
              <a:defRPr sz="1500"/>
            </a:pPr>
            <a:r>
              <a:t>As of Jan 2026, total headcount is 339 (+1.5% MoM), with 7 hires and 4 terminations. Average turnover is 1.40% (+0.12</a:t>
            </a:r>
            <a:br/>
            <a:r>
              <a:t>pts MoM), offer acceptance is 81.6%, and time-to-fill averages 30.5 days. Highest turnover is in Sales (2.18%), while</a:t>
            </a:r>
            <a:br/>
            <a:r>
              <a:t>fastest hiring cycle is in Customer Success (18.0 days).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Headcount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alibri"/>
              </a:defRPr>
            </a:pPr>
            <a:r>
              <a:t>Monthly total headcount across all departments</a:t>
            </a:r>
          </a:p>
        </p:txBody>
      </p:sp>
      <p:pic>
        <p:nvPicPr>
          <p:cNvPr id="4" name="Picture 3" descr="headcoun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Hiring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alibri"/>
              </a:defRPr>
            </a:pPr>
            <a:r>
              <a:t>New hires and turnover rate by month</a:t>
            </a:r>
          </a:p>
        </p:txBody>
      </p:sp>
      <p:pic>
        <p:nvPicPr>
          <p:cNvPr id="4" name="Picture 3" descr="hiring_turnove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Departmental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alibri"/>
              </a:defRPr>
            </a:pPr>
            <a:r>
              <a:t>Latest month headcount and turnover comparison</a:t>
            </a:r>
          </a:p>
        </p:txBody>
      </p:sp>
      <p:pic>
        <p:nvPicPr>
          <p:cNvPr id="4" name="Picture 3" descr="departmen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972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Calibri"/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Total headcount reached 339, with momentum of +1.5% month-over-month.</a:t>
            </a:r>
          </a:p>
          <a:p>
            <a:pPr>
              <a:defRPr sz="1600"/>
            </a:pPr>
            <a:r>
              <a:t>Average turnover is 1.40%; highest risk area is Sales (2.18%).</a:t>
            </a:r>
          </a:p>
          <a:p>
            <a:pPr>
              <a:defRPr sz="1600"/>
            </a:pPr>
            <a:r>
              <a:t>Average time-to-fill is 30.5 days; focus pipeline acceleration for teams above 40 days.</a:t>
            </a:r>
          </a:p>
          <a:p>
            <a:pPr>
              <a:defRPr sz="1600"/>
            </a:pPr>
            <a:r>
              <a:t>Open positions currently total 13; prioritize hiring plans for HR to avoid service bottlenecks.</a:t>
            </a:r>
          </a:p>
          <a:p>
            <a:pPr>
              <a:defRPr sz="1600"/>
            </a:pPr>
            <a:r>
              <a:t>Recommendation: Launch targeted retention interventions for high-turnover departments and monitor offer acceptance weekly to reduce backfill lag.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